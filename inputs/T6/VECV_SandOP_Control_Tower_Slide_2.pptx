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66"/>
    <p:restoredTop sz="94610"/>
  </p:normalViewPr>
  <p:slideViewPr>
    <p:cSldViewPr snapToGrid="0" snapToObjects="1">
      <p:cViewPr varScale="1">
        <p:scale>
          <a:sx n="188" d="100"/>
          <a:sy n="188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3600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82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Foundation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59" y="182880"/>
            <a:ext cx="8344747" cy="320040"/>
          </a:xfrm>
          <a:prstGeom prst="roundRect">
            <a:avLst>
              <a:gd name="adj" fmla="val 14286"/>
            </a:avLst>
          </a:prstGeom>
          <a:solidFill>
            <a:srgbClr val="D49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59" y="182880"/>
            <a:ext cx="8344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S&amp;OP Command Center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S&amp;OP Control Tower unifies planning &amp; execution into a single command center — moving from periodic monitoring to real-time decision-making across the supply chain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5880"/>
            <a:ext cx="4754880" cy="3154680"/>
          </a:xfrm>
          <a:prstGeom prst="rect">
            <a:avLst/>
          </a:prstGeom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5212080" y="1389888"/>
            <a:ext cx="292608" cy="292608"/>
          </a:xfrm>
          <a:prstGeom prst="ellipse">
            <a:avLst/>
          </a:prstGeom>
          <a:solidFill>
            <a:srgbClr val="EBF4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1444752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3533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Performance Monitoring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577840" y="1572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across inventory, demand, rush orders, supply &amp; finance — single source of truth with drill-down from portfolio to individual FERT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212080" y="2048256"/>
            <a:ext cx="292608" cy="292608"/>
          </a:xfrm>
          <a:prstGeom prst="ellipse">
            <a:avLst/>
          </a:prstGeom>
          <a:solidFill>
            <a:srgbClr val="E8F5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210312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77840" y="20116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Alerting &amp; Thresholds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577840" y="223113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Threshold-driven alerts with single accountable owners. Root cause identification, not just symptom flagging. Alerts fire days ahead, not months late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5212080" y="2706624"/>
            <a:ext cx="292608" cy="292608"/>
          </a:xfrm>
          <a:prstGeom prst="ellipse">
            <a:avLst/>
          </a:prstGeom>
          <a:solidFill>
            <a:srgbClr val="F3EB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944" y="2761488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77840" y="26700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Insights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577840" y="28895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engine connecting KPIs across domains — planning instability → rush orders → aging stock → working capital. Pipeline-indent alignment signals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5212080" y="3364992"/>
            <a:ext cx="292608" cy="292608"/>
          </a:xfrm>
          <a:prstGeom prst="ellipse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6944" y="3419856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77840" y="332841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6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Path &amp; Action Loops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577840" y="35478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action loops rush order governance, stranger FERT control, aging liquidation, supply smoothing, planning feedback, pipeline-indent alignment, Dealer financing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5212080" y="4023360"/>
            <a:ext cx="292608" cy="292608"/>
          </a:xfrm>
          <a:prstGeom prst="ellipse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6944" y="4078224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577840" y="39867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Scenario Modeling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577840" y="4206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analysis on demand, inventory, supply &amp; financial trade-offs. Test indent corrections, discount strategies &amp; supply smoothing before committing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0" y="4672584"/>
            <a:ext cx="9144000" cy="44805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365760" y="4782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Truth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2468880" y="4782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Monitoring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Driving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0" y="4782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6675120" y="4782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Personas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5D1156AF89E94CB4E0E819A4FFFAAD" ma:contentTypeVersion="10" ma:contentTypeDescription="Create a new document." ma:contentTypeScope="" ma:versionID="61872c4fbe53fcdd153f909cd790dd28">
  <xsd:schema xmlns:xsd="http://www.w3.org/2001/XMLSchema" xmlns:xs="http://www.w3.org/2001/XMLSchema" xmlns:p="http://schemas.microsoft.com/office/2006/metadata/properties" xmlns:ns2="57566b0b-71de-458e-9f2e-9e8b3d616881" targetNamespace="http://schemas.microsoft.com/office/2006/metadata/properties" ma:root="true" ma:fieldsID="11e0f8d1eec925045bf0dcf8a49d40ae" ns2:_="">
    <xsd:import namespace="57566b0b-71de-458e-9f2e-9e8b3d6168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566b0b-71de-458e-9f2e-9e8b3d6168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e324c80-68f0-4eca-84bf-9f08e60561c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7566b0b-71de-458e-9f2e-9e8b3d61688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94E233D-A074-43D4-837D-C807A531E1F0}"/>
</file>

<file path=customXml/itemProps2.xml><?xml version="1.0" encoding="utf-8"?>
<ds:datastoreItem xmlns:ds="http://schemas.openxmlformats.org/officeDocument/2006/customXml" ds:itemID="{C2FC0347-032F-4F95-B7C0-59872812E441}"/>
</file>

<file path=customXml/itemProps3.xml><?xml version="1.0" encoding="utf-8"?>
<ds:datastoreItem xmlns:ds="http://schemas.openxmlformats.org/officeDocument/2006/customXml" ds:itemID="{49E8D1E0-CC7A-480B-9758-3CFCECC9F832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186</Words>
  <Application>Microsoft Macintosh PowerPoint</Application>
  <PresentationFormat>On-screen Show (16:9)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S&amp;OP Control Tower — Command Center</dc:title>
  <dc:subject>PptxGenJS Presentation</dc:subject>
  <dc:creator>VECV S&amp;OP</dc:creator>
  <cp:lastModifiedBy>Hemanth Holla</cp:lastModifiedBy>
  <cp:revision>4</cp:revision>
  <dcterms:created xsi:type="dcterms:W3CDTF">2026-07-09T03:11:02Z</dcterms:created>
  <dcterms:modified xsi:type="dcterms:W3CDTF">2026-08-19T10:30:48Z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0x010100915D1156AF89E94CB4E0E819A4FFFAAD</vt:lpwstr>
  </property>
</Properties>
</file>